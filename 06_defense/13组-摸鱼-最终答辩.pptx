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摸鱼 · 校园购物 + 二手交易平台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sz="2000" b="0">
                <a:latin typeface="Microsoft YaHei"/>
              </a:rPr>
              <a:t>软件工程基础实践 2026 夏  ·  杨任宇老师班 13组</a:t>
            </a:r>
          </a:p>
          <a:p>
            <a:pPr/>
            <a:r>
              <a:rPr sz="2000" b="0">
                <a:latin typeface="Microsoft YaHei"/>
              </a:rPr>
              <a:t>https://github.com/tchen-0213/softw</a:t>
            </a:r>
          </a:p>
          <a:p>
            <a:pPr/>
            <a:r>
              <a:rPr sz="2000" b="0">
                <a:latin typeface="Microsoft YaHei"/>
              </a:rPr>
              <a:t>鲁在精  浦灵一  王悠然  赵紫嫣  陈子正  剧博洋</a:t>
            </a:r>
          </a:p>
          <a:p>
            <a:pPr/>
            <a:r>
              <a:rPr sz="2000" b="0">
                <a:latin typeface="Microsoft YaHei"/>
              </a:rPr>
              <a:t>本页起约 3 分钟讲项目与架构；现场演示播放录屏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项目目标与全部业务场景（UC01–UC12 均完成）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Microsoft YaHei"/>
              </a:rPr>
              <a:t>校园购物+二手。原系统 React + 一个 Express + MySQL shopping_platform；标签 monolith-start（10fa639）</a:t>
            </a:r>
          </a:p>
          <a:p>
            <a:pPr/>
            <a:r>
              <a:rPr sz="1800" b="0">
                <a:latin typeface="Microsoft YaHei"/>
              </a:rPr>
              <a:t>小学期：Docker 三容器、GitHub Actions、K8s YAML、三业务微服务+网关；标签 microservices-v1（63585e0）</a:t>
            </a:r>
          </a:p>
          <a:p>
            <a:pPr/>
            <a:r>
              <a:rPr sz="1800" b="0">
                <a:latin typeface="Microsoft YaHei"/>
              </a:rPr>
              <a:t>端口：单体 8080/3001；微服务前端 8082、网关 8081</a:t>
            </a:r>
          </a:p>
          <a:p>
            <a:pPr/>
            <a:r>
              <a:rPr sz="1800" b="0">
                <a:latin typeface="Microsoft YaHei"/>
              </a:rPr>
              <a:t>UC01 注册登录（重点）  UC02 搜索（重点）  UC03 详情加购  UC04 下单履约（重点）</a:t>
            </a:r>
          </a:p>
          <a:p>
            <a:pPr/>
            <a:r>
              <a:rPr sz="1800" b="0">
                <a:latin typeface="Microsoft YaHei"/>
              </a:rPr>
              <a:t>UC05 二手  UC06 店铺  UC07 评价  UC08 议价  UC09 地址  UC10 物流  UC11 取消恢复库存  UC12 公开店铺</a:t>
            </a:r>
          </a:p>
          <a:p>
            <a:pPr/>
            <a:r>
              <a:rPr sz="1800" b="0">
                <a:latin typeface="Microsoft YaHei"/>
              </a:rPr>
              <a:t>重点三条不等于只做了三条；UC10–UC12 终期纳入追溯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代表用例：需求—设计—代码—测试（模型到代码）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latin typeface="Microsoft YaHei"/>
              </a:rPr>
              <a:t>UC01 SYS/COMP/OBJ-SEQ01 → user.js userController AuthPage → UNIT/INT/E2E-TC01</a:t>
            </a:r>
          </a:p>
          <a:p>
            <a:pPr/>
            <a:r>
              <a:rPr sz="1700" b="0">
                <a:latin typeface="Microsoft YaHei"/>
              </a:rPr>
              <a:t>UC02 SYS/COMP/OBJ-SEQ02 → product.js productController SearchPage → UNIT/INT/E2E-TC02</a:t>
            </a:r>
          </a:p>
          <a:p>
            <a:pPr/>
            <a:r>
              <a:rPr sz="1700" b="0">
                <a:latin typeface="Microsoft YaHei"/>
              </a:rPr>
              <a:t>UC04 SYS/COMP/OBJ-SEQ04 → order.js orderController CheckoutPage → UNIT/INT/E2E-TC04</a:t>
            </a:r>
          </a:p>
          <a:p>
            <a:pPr/>
            <a:r>
              <a:rPr sz="1700" b="0">
                <a:latin typeface="Microsoft YaHei"/>
              </a:rPr>
              <a:t>UC04：需求下单支付发货收货 → 组件级页面/鉴权/控制器/事务 → 对象级 createOrder()、pay/ship/confirm</a:t>
            </a:r>
          </a:p>
          <a:p>
            <a:pPr/>
            <a:r>
              <a:rPr sz="1700" b="0">
                <a:latin typeface="Microsoft YaHei"/>
              </a:rPr>
              <a:t>状态 待付款→待发货→待收货→已完成；order-service 按 reservationId 调 product-service 预留/释放/完成</a:t>
            </a:r>
          </a:p>
          <a:p>
            <a:pPr/>
            <a:r>
              <a:rPr sz="1700" b="0">
                <a:latin typeface="Microsoft YaHei"/>
              </a:rPr>
              <a:t>系统级不出现 Controller；对象级到函数名。图用仓库 PNG 原图，不要重绘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三个业务微服务：职责、划分、接口、表、失败处理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latin typeface="Microsoft YaHei"/>
              </a:rPr>
              <a:t>前端→API Gateway（不算业务服务）→ user / product / order；按身份/标的/交易过程拆，不是 12 个服务</a:t>
            </a:r>
          </a:p>
          <a:p>
            <a:pPr/>
            <a:r>
              <a:rPr sz="1600" b="0">
                <a:latin typeface="Microsoft YaHei"/>
              </a:rPr>
              <a:t>user-service → softw_users（Users, Addresses）  注册登录资料密码地址角色信用</a:t>
            </a:r>
          </a:p>
          <a:p>
            <a:pPr/>
            <a:r>
              <a:rPr sz="1600" b="0">
                <a:latin typeface="Microsoft YaHei"/>
              </a:rPr>
              <a:t>product-service → softw_catalog + uploads  商品二手店铺评价聊天议价图片库存</a:t>
            </a:r>
          </a:p>
          <a:p>
            <a:pPr/>
            <a:r>
              <a:rPr sz="1600" b="0">
                <a:latin typeface="Microsoft YaHei"/>
              </a:rPr>
              <a:t>order-service → softw_orders（Orders）  下单支付取消发货收货；订单存快照，不跨库联表</a:t>
            </a:r>
          </a:p>
          <a:p>
            <a:pPr/>
            <a:r>
              <a:rPr sz="1600" b="0">
                <a:latin typeface="Microsoft YaHei"/>
              </a:rPr>
              <a:t>网关：/api/users,/api/addresses→user；商品/二手/店/评价/聊天/上传→product；/api/orders→order</a:t>
            </a:r>
          </a:p>
          <a:p>
            <a:pPr/>
            <a:r>
              <a:rPr sz="1600" b="0">
                <a:latin typeface="Microsoft YaHei"/>
              </a:rPr>
              <a:t>失败：网关超时 503 不伪造；预留失败不下单；幂等 reservationId；停商品服务：商品 503、订单 206，其它仍存活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关键数据（2026-09-03 二阶段；性能 2026-08-28）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latin typeface="Microsoft YaHei"/>
              </a:rPr>
              <a:t>后端 220 通过/0 失败/1 跳过（含 REG-BE 100/100）；前端原有 100/100，REG-FE 待 Vitest 复跑</a:t>
            </a:r>
          </a:p>
          <a:p>
            <a:pPr/>
            <a:r>
              <a:rPr sz="1600" b="0">
                <a:latin typeface="Microsoft YaHei"/>
              </a:rPr>
              <a:t>覆盖率 94.42%/81.83%/92.34%/94.42%；API 32/32；E2E 两侧 42/42；微服务 18/18、22/22、15/15；49 项公开 API</a:t>
            </a:r>
          </a:p>
          <a:p>
            <a:pPr/>
            <a:r>
              <a:rPr sz="1600" b="0">
                <a:latin typeface="Microsoft YaHei"/>
              </a:rPr>
              <a:t>CI softw-ci-cd：先测后 7 镜像+Kind；测失败不发版；绿勾 Actions #77（33579985248）</a:t>
            </a:r>
          </a:p>
          <a:p>
            <a:pPr/>
            <a:r>
              <a:rPr sz="1600" b="0">
                <a:latin typeface="Microsoft YaHei"/>
              </a:rPr>
              <a:t>列表吞吐 +61.9%、延迟 −38.6%、CPU +55.2%（搜索/详情见文案表）。禁止写「微服务天然更快」</a:t>
            </a:r>
          </a:p>
          <a:p>
            <a:pPr/>
            <a:r>
              <a:rPr sz="1600" b="0">
                <a:latin typeface="Microsoft YaHei"/>
              </a:rPr>
              <a:t>HPA 1→3→5→1（不放进 CI/CD）；停 product-service：503 / 206，恢复无残留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分工与大模型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Microsoft YaHei"/>
              </a:rPr>
              <a:t>鲁在精 组长/计划协调汇报；浦灵一 后端安全文档；王悠然 前端；赵紫嫣 测试；陈子正 流水线部署；剧博洋 性能</a:t>
            </a:r>
          </a:p>
          <a:p>
            <a:pPr/>
            <a:r>
              <a:rPr sz="1800" b="0">
                <a:latin typeface="Microsoft YaHei"/>
              </a:rPr>
              <a:t>权重待全组确认，不按 commit 换算。GitHub Issues + Project「软工小学期」+ Actions</a:t>
            </a:r>
          </a:p>
          <a:p>
            <a:pPr/>
            <a:r>
              <a:rPr sz="1800" b="0">
                <a:latin typeface="Microsoft YaHei"/>
              </a:rPr>
              <a:t>大模型：检索、测试建议、文档整理、部署检查。人工读代码、真跑测试、对版本、扫凭据。输出不当验收结论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Microsoft YaHei"/>
              </a:rPr>
              <a:t>接下来播放演示录屏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0">
                <a:latin typeface="Microsoft YaHei"/>
              </a:rPr>
              <a:t>现场 4 分钟以录屏为主（可加速；最好配音字幕）</a:t>
            </a:r>
          </a:p>
          <a:p>
            <a:pPr/>
            <a:r>
              <a:rPr sz="2000" b="0">
                <a:latin typeface="Microsoft YaHei"/>
              </a:rPr>
              <a:t>录屏中应能看到：① 提交并触发流水线（#77；失败不进镜像）② kubectl/Pod 网关+三服务</a:t>
            </a:r>
          </a:p>
          <a:p>
            <a:pPr/>
            <a:r>
              <a:rPr sz="2000" b="0">
                <a:latin typeface="Microsoft YaHei"/>
              </a:rPr>
              <a:t>③ UC01→UC02→UC04 及自动化测试 ④ HPA 1→3→5→1（不在 CI/CD）⑤ 停商品服务 503/206，其它仍可用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