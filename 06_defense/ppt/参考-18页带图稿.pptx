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报课程、13组、摸鱼、仓库。不要在封面上念技术细节。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 3+4+3 报清楚，再进入项目。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原系统一个后端一个库；小学期加上容器、流水线、K8s 和三服务。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个都做完。今天现场只走 UC01、UC02、UC04。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 UC04：需求图画人怎么走，代码在 orderController，测试编号能对上。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不要在这页念每一条箭头，指状态机和 createOrder 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身份、标的、交易过程。网关不算第四个业务服务。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失败处理抓 503 和 206 两张牌。内部接口有 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报几个大数：220、42/42、32/32。前端新增 100 要诚实说待复跑。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演示优先打开网页上的 #77。强调测试失败不能发版。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三个百分比脱口而出，紧接着说「不是架构天然更快」。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现场放加速录屏。口播 1 到 5 再回到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 503 和 206 是设计出来的，不是偶然报错。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演示按表走。录屏组员嵌入。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权重说待确认。AI 说辅助+人工真跑。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限制主动交代一句即可。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老师原话优先。补充四问各一句。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停住等提问。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