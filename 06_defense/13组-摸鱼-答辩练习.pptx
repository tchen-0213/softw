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报组号、项目名、仓库。3 分钟架构后切录屏。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个都完成。现场重点三条。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 UC04：需求图、代码 orderController、测试 E2E-TC04 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三层图指到 createOrder 即可，不要念每条箭头。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三个服务 + 网关不算第四个。评价聊天在商品服务。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抓 503 和 206 两张牌。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 220、42/42、#77、1到5再回1、+61.9%。再说不是天然更快。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分工一句。切录屏。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